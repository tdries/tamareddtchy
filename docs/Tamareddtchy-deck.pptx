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0" y="457200"/>
            <a:ext cx="5943600" cy="5943600"/>
          </a:xfrm>
          <a:prstGeom prst="ellipse">
            <a:avLst/>
          </a:prstGeom>
          <a:solidFill>
            <a:srgbClr val="22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>
                <a:solidFill>
                  <a:srgbClr val="F4EEFF"/>
                </a:solidFill>
                <a:latin typeface="Trebuchet MS"/>
              </a:rPr>
              <a:t>Tamareddtchy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B9AED0"/>
                </a:solidFill>
                <a:latin typeface="Trebuchet MS"/>
              </a:rPr>
              <a:t>Your Reddit soul, raised as a living 3D pet.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8478A0"/>
                </a:solidFill>
                <a:latin typeface="Trebuchet MS"/>
              </a:rPr>
              <a:t>Reddit's Games with a Hook  .  Devvit 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67528" y="4937760"/>
            <a:ext cx="1463040" cy="7620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500"/>
                </a:solidFill>
                <a:latin typeface="Trebuchet M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EEFF"/>
                </a:solidFill>
                <a:latin typeface="Trebuchet MS"/>
              </a:rPr>
              <a:t>Reddit games die on day three.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1463040" cy="6350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0">
                <a:solidFill>
                  <a:srgbClr val="B9AED0"/>
                </a:solidFill>
                <a:latin typeface="Trebuchet MS"/>
              </a:rPr>
              <a:t>Nothing pulls you back. Nothing connects you to anyone else. You lurk the same three subreddits and a game post gets played once and scrolled past.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566160"/>
            <a:ext cx="5120640" cy="246888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3566160"/>
            <a:ext cx="5120640" cy="246888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FF4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45720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8478A0"/>
                </a:solidFill>
                <a:latin typeface="Trebuchet MS"/>
              </a:rPr>
              <a:t>Today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B9AED0"/>
                </a:solidFill>
                <a:latin typeface="Trebuchet MS"/>
              </a:rPr>
              <a:t>Engagement is an abstract number.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B9AED0"/>
                </a:solidFill>
                <a:latin typeface="Trebuchet MS"/>
              </a:rPr>
              <a:t>Winning is a score nobody remembers.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B9AED0"/>
                </a:solidFill>
                <a:latin typeface="Trebuchet MS"/>
              </a:rPr>
              <a:t>You never leave your bubble.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3749039"/>
            <a:ext cx="45720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>
                <a:solidFill>
                  <a:srgbClr val="FF4500"/>
                </a:solidFill>
                <a:latin typeface="Trebuchet MS"/>
              </a:rPr>
              <a:t>With Tamareddtchy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F4EEFF"/>
                </a:solidFill>
                <a:latin typeface="Trebuchet MS"/>
              </a:rPr>
              <a:t>Engagement is food that shapes a pet you love.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F4EEFF"/>
                </a:solidFill>
                <a:latin typeface="Trebuchet MS"/>
              </a:rPr>
              <a:t>Winning is a mutated lineage you built with others.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F4EEFF"/>
                </a:solidFill>
                <a:latin typeface="Trebuchet MS"/>
              </a:rPr>
              <a:t>Your best move is to find your opposite.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500"/>
                </a:solidFill>
                <a:latin typeface="Trebuchet MS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4EEFF"/>
                </a:solidFill>
                <a:latin typeface="Trebuchet MS"/>
              </a:rPr>
              <a:t>A pet whose body IS your Reddit personality.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1463040" cy="6350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2606040" cy="310896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7A5CFF"/>
                </a:solidFill>
                <a:latin typeface="Trebuchet MS"/>
              </a:rPr>
              <a:t>Hatch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0040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B9AED0"/>
                </a:solidFill>
                <a:latin typeface="Trebuchet MS"/>
              </a:rPr>
              <a:t>Pick the corners of Reddit you live in. Your creature is born looking like you.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286000"/>
            <a:ext cx="2606040" cy="310896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251460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EF0BD"/>
                </a:solidFill>
                <a:latin typeface="Trebuchet MS"/>
              </a:rPr>
              <a:t>Feed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20040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B9AED0"/>
                </a:solidFill>
                <a:latin typeface="Trebuchet MS"/>
              </a:rPr>
              <a:t>Read, comment, post. Every action pushes points into a gene and reshapes the 3D body.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286000"/>
            <a:ext cx="2606040" cy="310896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251460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7A5CFF"/>
                </a:solidFill>
                <a:latin typeface="Trebuchet MS"/>
              </a:rPr>
              <a:t>Grow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20040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B9AED0"/>
                </a:solidFill>
                <a:latin typeface="Trebuchet MS"/>
              </a:rPr>
              <a:t>It breathes, blinks, and droops when neglected. Egg to adult across days of nurture.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286000"/>
            <a:ext cx="2606040" cy="310896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55480" y="2514600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EF0BD"/>
                </a:solidFill>
                <a:latin typeface="Trebuchet MS"/>
              </a:rPr>
              <a:t>Breed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3200400"/>
            <a:ext cx="21945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B9AED0"/>
                </a:solidFill>
                <a:latin typeface="Trebuchet MS"/>
              </a:rPr>
              <a:t>Find your opposite and mate. Good genetics come from crossing distant gene pools.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500"/>
                </a:solidFill>
                <a:latin typeface="Trebuchet MS"/>
              </a:rPr>
              <a:t>THE MECHANIC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EEFF"/>
                </a:solidFill>
                <a:latin typeface="Trebuchet MS"/>
              </a:rPr>
              <a:t>12 genes. 6 opposite pairs. One body, grown live.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1463040" cy="6350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0">
                <a:solidFill>
                  <a:srgbClr val="B9AED0"/>
                </a:solidFill>
                <a:latin typeface="Trebuchet MS"/>
              </a:rPr>
              <a:t>The creature is never stored as a picture. It is rebuilt in 3D every frame from twelve numbers. Each body slot maps to one opposite pair.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291840"/>
            <a:ext cx="5212080" cy="73152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0156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4EEFF"/>
                </a:solidFill>
                <a:latin typeface="Trebuchet MS"/>
              </a:rPr>
              <a:t>Knowledge / Vitality  .  head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91840"/>
            <a:ext cx="5212080" cy="73152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40156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4EEFF"/>
                </a:solidFill>
                <a:latin typeface="Trebuchet MS"/>
              </a:rPr>
              <a:t>Tech / Heart  .  eyes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206240"/>
            <a:ext cx="5212080" cy="73152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31596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4EEFF"/>
                </a:solidFill>
                <a:latin typeface="Trebuchet MS"/>
              </a:rPr>
              <a:t>Craft / Mayhem  .  torso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4206240"/>
            <a:ext cx="5212080" cy="73152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31596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4EEFF"/>
                </a:solidFill>
                <a:latin typeface="Trebuchet MS"/>
              </a:rPr>
              <a:t>Pulse / Lore  .  arms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120640"/>
            <a:ext cx="5212080" cy="73152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23036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4EEFF"/>
                </a:solidFill>
                <a:latin typeface="Trebuchet MS"/>
              </a:rPr>
              <a:t>Inner / Social  .  legs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5120640"/>
            <a:ext cx="5212080" cy="73152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5230368"/>
            <a:ext cx="47548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F4EEFF"/>
                </a:solidFill>
                <a:latin typeface="Trebuchet MS"/>
              </a:rPr>
              <a:t>Earth / Fiction  .  aura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500"/>
                </a:solidFill>
                <a:latin typeface="Trebuchet MS"/>
              </a:rPr>
              <a:t>THE HOOK: A BREEDING ECONOMY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4EEFF"/>
                </a:solidFill>
                <a:latin typeface="Trebuchet MS"/>
              </a:rPr>
              <a:t>Opposites win. Twins make a busted, viral mess.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1463040" cy="6350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10515600" cy="64008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FF4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4500"/>
                </a:solidFill>
                <a:latin typeface="Trebuchet MS"/>
              </a:rPr>
              <a:t>Pairing            produces            and the strategy 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0515600" cy="658368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0896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EEFF"/>
                </a:solidFill>
                <a:latin typeface="Trebuchet MS"/>
              </a:rPr>
              <a:t>Gen-1 x Gen-1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10896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EF0BD"/>
                </a:solidFill>
                <a:latin typeface="Trebuchet MS"/>
              </a:rPr>
              <a:t>a plain Gen-2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310896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9AED0"/>
                </a:solidFill>
                <a:latin typeface="Trebuchet MS"/>
              </a:rPr>
              <a:t>cheap starter, breed wide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10515600" cy="658368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8862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EEFF"/>
                </a:solidFill>
                <a:latin typeface="Trebuchet MS"/>
              </a:rPr>
              <a:t>Gen-3 x Gen-3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88620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EF0BD"/>
                </a:solidFill>
                <a:latin typeface="Trebuchet MS"/>
              </a:rPr>
              <a:t>a strong Gen-4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88620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9AED0"/>
                </a:solidFill>
                <a:latin typeface="Trebuchet MS"/>
              </a:rPr>
              <a:t>both want the kid, hard-fought deal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72000"/>
            <a:ext cx="10515600" cy="658368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66344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4EEFF"/>
                </a:solidFill>
                <a:latin typeface="Trebuchet MS"/>
              </a:rPr>
              <a:t>Gen-5 x Gen-1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4663440"/>
            <a:ext cx="2743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8EF0BD"/>
                </a:solidFill>
                <a:latin typeface="Trebuchet MS"/>
              </a:rPr>
              <a:t>an advanced Gen-6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663440"/>
            <a:ext cx="4206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B9AED0"/>
                </a:solidFill>
                <a:latin typeface="Trebuchet MS"/>
              </a:rPr>
              <a:t>the Gen-5 holder has the leverage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8478A0"/>
                </a:solidFill>
                <a:latin typeface="Trebuchet MS"/>
              </a:rPr>
              <a:t>Cost to mate: a big hunger hit plus a multi-day cooldown. Win metric: lineage score = depth x genetics quality + offspring count.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500"/>
                </a:solidFill>
                <a:latin typeface="Trebuchet MS"/>
              </a:rPr>
              <a:t>SEE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EEFF"/>
                </a:solidFill>
                <a:latin typeface="Trebuchet MS"/>
              </a:rPr>
              <a:t>Every genome grows a different body.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0260" y="1816100"/>
            <a:ext cx="5054600" cy="3481832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-nurs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5029200" cy="34575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42380" y="1816100"/>
            <a:ext cx="5054600" cy="3481832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-m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828800"/>
            <a:ext cx="5029200" cy="34575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4864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AED0"/>
                </a:solidFill>
                <a:latin typeface="Trebuchet MS"/>
              </a:rPr>
              <a:t>The nursery: a living 3D pet.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48640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AED0"/>
                </a:solidFill>
                <a:latin typeface="Trebuchet MS"/>
              </a:rPr>
              <a:t>The mate market: five genomes, five bodies.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4500"/>
                </a:solidFill>
                <a:latin typeface="Trebuchet MS"/>
              </a:rPr>
              <a:t>HOW IT IS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4EEFF"/>
                </a:solidFill>
                <a:latin typeface="Trebuchet MS"/>
              </a:rPr>
              <a:t>One Devvit Web app. Shared rules. No model files.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1463040" cy="63500"/>
          </a:xfrm>
          <a:prstGeom prst="roundRect">
            <a:avLst/>
          </a:prstGeom>
          <a:solidFill>
            <a:srgbClr val="FF45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212080" cy="155448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A5CFF"/>
                </a:solidFill>
                <a:latin typeface="Trebuchet MS"/>
              </a:rPr>
              <a:t>Procedural 3D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AED0"/>
                </a:solidFill>
                <a:latin typeface="Trebuchet MS"/>
              </a:rPr>
              <a:t>Three.js geometry grown from the genome. No assets to download, infinite variety.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86000"/>
            <a:ext cx="5212080" cy="155448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A5CFF"/>
                </a:solidFill>
                <a:latin typeface="Trebuchet MS"/>
              </a:rPr>
              <a:t>Shared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97180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AED0"/>
                </a:solidFill>
                <a:latin typeface="Trebuchet MS"/>
              </a:rPr>
              <a:t>Genome, scoring, and breeding live in one module imported by client, server, and tests.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69080"/>
            <a:ext cx="5212080" cy="155448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A5CFF"/>
                </a:solidFill>
                <a:latin typeface="Trebuchet MS"/>
              </a:rPr>
              <a:t>Devvit Web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AED0"/>
                </a:solidFill>
                <a:latin typeface="Trebuchet MS"/>
              </a:rPr>
              <a:t>A web view post backed by Redis and the Reddit API. Milestones post themselves.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069080"/>
            <a:ext cx="5212080" cy="1554480"/>
          </a:xfrm>
          <a:prstGeom prst="roundRect">
            <a:avLst/>
          </a:prstGeom>
          <a:solidFill>
            <a:srgbClr val="241D31"/>
          </a:solidFill>
          <a:ln w="12700">
            <a:solidFill>
              <a:srgbClr val="847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2519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7A5CFF"/>
                </a:solidFill>
                <a:latin typeface="Trebuchet MS"/>
              </a:rPr>
              <a:t>Plays anywhere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75488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B9AED0"/>
                </a:solidFill>
                <a:latin typeface="Trebuchet MS"/>
              </a:rPr>
              <a:t>An in-memory mock makes the whole game playable with zero Reddit auth, for judges.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108960" y="457200"/>
            <a:ext cx="5943600" cy="5943600"/>
          </a:xfrm>
          <a:prstGeom prst="ellipse">
            <a:avLst/>
          </a:prstGeom>
          <a:solidFill>
            <a:srgbClr val="22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>
                <a:solidFill>
                  <a:srgbClr val="F4EEFF"/>
                </a:solidFill>
                <a:latin typeface="Trebuchet MS"/>
              </a:rPr>
              <a:t>Leave your bubble.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0">
                <a:solidFill>
                  <a:srgbClr val="B9AED0"/>
                </a:solidFill>
                <a:latin typeface="Trebuchet MS"/>
              </a:rPr>
              <a:t>Raise something only the whole of Reddit could make.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FF4500"/>
                </a:solidFill>
                <a:latin typeface="Trebuchet MS"/>
              </a:rPr>
              <a:t>github.com/tdries/tamareddtchy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